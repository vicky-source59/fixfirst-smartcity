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33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Intro: FixFirst helps city officials decide which locations to review first, with reasons and confidence. Built on the Track 3 datasets (locations, incidents, public complaints).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Who hurts: municipal ops, road/traffic departments and civic-service coordinators. Why now: budgets are tight and complaint volumes are high. Evidence from our own analysis: 3,438 of 8,000 complaints are Open, Assigned or In progress; 2,874 of 10,000 incidents are unresolved; complaint count per location is uncorrelated with incident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USP: officials get a ranked list they can defend. The score is a weighted sum of six visible components (percentile-ranked), each location has reasons and a confidence level, and the top-N slider shows who makes the cut; the crew-budget what-if comes in Round 2. Complaint-count comparison: severity-weighted score = sum of Low 1, Medium 2, High 3, Critical 4 per location; top-50 overlap with the complaint-count top 50 is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three tables join on location_id; every incident and complaint matches a location. 'Context' = road type, road condition, pedestrian activity, near school/hospital, zone, population density. Findings computed from the three CSVs: no nulls, no exact duplicates; 242 complaints repeat the same location + category within 7 days; resolution_hours / days_to_resolution are filled even for unresolved or open items, so we train on closed records only; monthly counts are flat (chi-square p = 0.30 for incidents); closure time does not differ by category or severity (ANOVA p &gt; 0.17). Location context shows no meaningful link to incident counts, severity, complaint counts or closure time (one borderline p = 0.03 across 48 tests, consistent with chance).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Declared APIs: Claude and Gemini. The Round 1 score is hand-built in pandas; the two models are coded from scratch in NumPy for Round 2. Early check (time-aware split at 1 Oct 2025, 3,414 train / 1,148 test closed complaints): ridge MAE 3.29 days vs about 3.33 baseline. Per-location incident counts Jan-Sep vs Oct-Dec have Spearman 0.04. Re-run these numbers with the final NumPy code before presenting, and report them as they come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Mandatory slide. Round 1 shows the ranked queue, map, filters and evidence panel (built in Streamlit); Round 2 adds trends, trained models, tunable weights and the budget what-if.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Flow: CSVs in, pandas cleaning and joins, NumPy models, Streamlit app out, officials act on the top N. The tech stack is our plan; adjust to what you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upfront that data is synthetic and that the tool supports, not replaces, human decisions. Patterns in this data are weak, so we report model results honestly. Close with the Round 2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1316397" cy="1051560"/>
          </a:xfrm>
          <a:prstGeom prst="rect">
            <a:avLst/>
          </a:prstGeom>
        </p:spPr>
      </p:pic>
      <p:pic>
        <p:nvPicPr>
          <p:cNvPr id="3" name="Picture 2" descr="logo-vitap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65760"/>
            <a:ext cx="2497824" cy="77724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57200"/>
            <a:ext cx="1811915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Body 8"/>
          <p:cNvSpPr txBox="1"/>
          <p:nvPr/>
        </p:nvSpPr>
        <p:spPr>
          <a:xfrm>
            <a:off x="1000000" y="3474720"/>
            <a:ext cx="10363200" cy="22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"/>
              </a:rPr>
              <a:t>Team Name:</a:t>
            </a:r>
            <a:r>
              <a:rPr lang="en-US" sz="2000" b="0">
                <a:solidFill>
                  <a:srgbClr val="000000"/>
                </a:solidFill>
                <a:latin typeface="Arial"/>
              </a:rPr>
              <a:t> Xploiters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"/>
              </a:rPr>
              <a:t>Team Members:</a:t>
            </a:r>
            <a:r>
              <a:rPr lang="en-US" sz="2000" b="0">
                <a:solidFill>
                  <a:srgbClr val="000000"/>
                </a:solidFill>
                <a:latin typeface="Arial"/>
              </a:rPr>
              <a:t> Sriram and Vignesh Krishna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"/>
              </a:rPr>
              <a:t>Track Chosen:</a:t>
            </a:r>
            <a:r>
              <a:rPr lang="en-US" sz="2000" b="0">
                <a:solidFill>
                  <a:srgbClr val="000000"/>
                </a:solidFill>
                <a:latin typeface="Arial"/>
              </a:rPr>
              <a:t> Track 3 · Smart City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"/>
              </a:rPr>
              <a:t>Problem Statement Title:</a:t>
            </a:r>
            <a:r>
              <a:rPr lang="en-US" sz="2000" b="0">
                <a:solidFill>
                  <a:srgbClr val="000000"/>
                </a:solidFill>
                <a:latin typeface="Arial"/>
              </a:rPr>
              <a:t> Where Should We Fix First?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"/>
              </a:rPr>
              <a:t>Product Name:</a:t>
            </a:r>
            <a:r>
              <a:rPr lang="en-US" sz="2000" b="0">
                <a:solidFill>
                  <a:srgbClr val="000000"/>
                </a:solidFill>
                <a:latin typeface="Arial"/>
              </a:rPr>
              <a:t> FixFirst – explainable priority engine for city complaints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334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Who is the user: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municipal operations teams, road &amp; traffic departments and civic-service coordinators, who decide where crews go this week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Pain point: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road damage, traffic, flooding, streetlights, drainage and pedestrian safety all compete for one budget and too few field teams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0">
                <a:solidFill>
                  <a:srgbClr val="000000"/>
                </a:solidFill>
                <a:latin typeface="Arial"/>
              </a:rPr>
              <a:t>Complaints repeat and severity varies, so no one sees the full picture per location; today the loudest complaint often wins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Why it matters: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budgets are tight and complaint volumes are high. The one workflow we fix is the weekly review: where do crews go first?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Evidence from the dataset: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43% of 8,000 complaints are not closed and 29% of 10,000 incidents are unresolved, and complaint volume does not track severity (ρ ≈ 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139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FixFirst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ranks locations so officials know which to review first, with reasons and confidence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0">
                <a:solidFill>
                  <a:srgbClr val="000000"/>
                </a:solidFill>
                <a:latin typeface="Arial"/>
              </a:rPr>
              <a:t>One score per location from joined incidents and complaints: a ranked list officials can defend</a:t>
            </a:r>
          </a:p>
        </p:txBody>
      </p:sp>
      <p:sp>
        <p:nvSpPr>
          <p:cNvPr id="11" name="Heading 11"/>
          <p:cNvSpPr txBox="1"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lang="en-US"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2" name="Body 12"/>
          <p:cNvSpPr txBox="1"/>
          <p:nvPr/>
        </p:nvSpPr>
        <p:spPr>
          <a:xfrm>
            <a:off x="548640" y="3749040"/>
            <a:ext cx="11064240" cy="214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Transparent score: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0–100 score from six visible factors: severity 25%, frequency 20%, recent trend 15%, exposure 15%, backlog 15%, road condition 10%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Reasons + confidence: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each location shows why it ranks and what data is missing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Budget what-if: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top-N slider plus zone and confidence filters show who makes the cut; Round 2 adds the crew-budget what-if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vs the obvious approach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(sort by complaint count): in our data only 3 of its top 50 locations are in the top 50 by severity-weighted incidents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4465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Tables: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locations (1,000), incidents (10,000), public_complaints (8,000), joined on </a:t>
            </a:r>
            <a:r>
              <a:rPr lang="en-US" sz="1800" b="1">
                <a:solidFill>
                  <a:srgbClr val="000000"/>
                </a:solidFill>
                <a:latin typeface="Arial"/>
              </a:rPr>
              <a:t>location_id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One feature row per location: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incidents, severity, complaints, recency, backlog, closure time, context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Cleaning: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parsed timestamps (all 2025); 0 nulls and 0 exact duplicates; 242 repeat complaints (same location + category within 7 days) flagged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Assumption: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closure time is recorded even for open items, so models train on closed records only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Insight 1: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complaint volume does not track severity (ρ ≈ 0); only 3 of the top 50 locations by complaints are in the top 50 by severity-weighted incidents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Insight 2: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big backlog (43% of complaints not closed, 29% of incidents unresolved); no seasonal spike; similar closure time across categories</a:t>
            </a:r>
          </a:p>
          <a:p>
            <a:pPr marL="365760" indent="-365760">
              <a:spcAft>
                <a:spcPts val="6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Insight 3: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location context (road type and condition, pedestrian activity, school / hospital, zone) does not explain incident counts or closure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Built from scratch, APIs declared (Claude, Gemini):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the Round 1 priority score is hand-built in pandas; both models below are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vibe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-coded in NumPy (Round 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Resolution-time estimator: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ridge regression by gradient descent on 4,562 closed complaints, predicts days to resolve (Round 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Incident-volume forecaster: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Poisson regression, hand-coded, expected incidents per location next quarter (Round 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Features: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per-location table: severity load, incidents, density-adjusted complaints, 90-day recency, exposure (school, hospital, footfall), backlog, road condition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Baseline: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last-30-day count; category mean.  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Split: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time-aware, train Jan–Sep, test Oct–Dec.  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Metrics: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MAE, Poisson deviance, </a:t>
            </a:r>
            <a:r>
              <a:rPr lang="en-US" sz="1800" b="0" dirty="0" err="1">
                <a:solidFill>
                  <a:srgbClr val="000000"/>
                </a:solidFill>
                <a:latin typeface="Arial"/>
              </a:rPr>
              <a:t>precision@K</a:t>
            </a:r>
            <a:endParaRPr lang="en-US" sz="1800" b="0" dirty="0">
              <a:solidFill>
                <a:srgbClr val="000000"/>
              </a:solidFill>
              <a:latin typeface="Arial"/>
            </a:endParaRP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Early check: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closure-time MAE 3.29 vs 3.33 days baseline; past incident counts (ρ = 0.04) and location context barely predict outcomes, so the transparent score leads the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7000000" cy="139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0">
                <a:solidFill>
                  <a:srgbClr val="000000"/>
                </a:solidFill>
                <a:latin typeface="Arial"/>
              </a:rPr>
              <a:t>Streamlit app: ranked queue with 0–100 score, map, filters and an evidence panel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0">
                <a:solidFill>
                  <a:srgbClr val="000000"/>
                </a:solidFill>
                <a:latin typeface="Arial"/>
              </a:rPr>
              <a:t>Each location shows “why it ranks here” (top 3 factors) and what is still missing</a:t>
            </a:r>
          </a:p>
        </p:txBody>
      </p:sp>
      <p:pic>
        <p:nvPicPr>
          <p:cNvPr id="11" name="Prototype screenshot" descr="FixFirst Streamlit prototype: ranked queue with priority scores and a map of top loc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640" y="2000000"/>
            <a:ext cx="3864240" cy="1754000"/>
          </a:xfrm>
          <a:prstGeom prst="rect">
            <a:avLst/>
          </a:prstGeom>
          <a:ln w="12700">
            <a:solidFill>
              <a:srgbClr val="19E3F5"/>
            </a:solidFill>
          </a:ln>
        </p:spPr>
      </p:pic>
      <p:sp>
        <p:nvSpPr>
          <p:cNvPr id="12" name="Heading 12"/>
          <p:cNvSpPr txBox="1"/>
          <p:nvPr/>
        </p:nvSpPr>
        <p:spPr>
          <a:xfrm>
            <a:off x="548640" y="37088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MVP for Round 2</a:t>
            </a:r>
            <a:r>
              <a:rPr lang="en-US"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4348920"/>
            <a:ext cx="11064240" cy="139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Must-have features: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trend monitor, trained models plugged in, tunable score weights and crew-budget what-if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Demo workflow: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3 CSV tables → clean, join, features → NumPy models → ranked list, map, reasons → send top-N crews, flag data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Technologies: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Python, pandas, NumPy, Streamlit, Plotly, GitHub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APIs: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Claude and Gemini (external APIs, declared)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Flow: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Input → Analysis → Models → Output → Action</a:t>
            </a:r>
          </a:p>
        </p:txBody>
      </p:sp>
      <p:sp>
        <p:nvSpPr>
          <p:cNvPr id="11" name="Stage Input"/>
          <p:cNvSpPr/>
          <p:nvPr/>
        </p:nvSpPr>
        <p:spPr>
          <a:xfrm>
            <a:off x="548640" y="3598040"/>
            <a:ext cx="1948848" cy="1100000"/>
          </a:xfrm>
          <a:prstGeom prst="roundRect">
            <a:avLst/>
          </a:prstGeom>
          <a:solidFill>
            <a:srgbClr val="19E3F5"/>
          </a:solidFill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rial"/>
              </a:rPr>
              <a:t>Input</a:t>
            </a:r>
          </a:p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3 CSV tables</a:t>
            </a:r>
          </a:p>
        </p:txBody>
      </p:sp>
      <p:sp>
        <p:nvSpPr>
          <p:cNvPr id="12" name="Arrow 1"/>
          <p:cNvSpPr/>
          <p:nvPr/>
        </p:nvSpPr>
        <p:spPr>
          <a:xfrm>
            <a:off x="2497488" y="359804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3" name="Stage Analysis"/>
          <p:cNvSpPr/>
          <p:nvPr/>
        </p:nvSpPr>
        <p:spPr>
          <a:xfrm>
            <a:off x="2827488" y="3598040"/>
            <a:ext cx="1948848" cy="1100000"/>
          </a:xfrm>
          <a:prstGeom prst="roundRect">
            <a:avLst/>
          </a:prstGeom>
          <a:solidFill>
            <a:srgbClr val="19E3F5"/>
          </a:solidFill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rial"/>
              </a:rPr>
              <a:t>Analysis</a:t>
            </a:r>
          </a:p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Clean, join, build features</a:t>
            </a:r>
          </a:p>
        </p:txBody>
      </p:sp>
      <p:sp>
        <p:nvSpPr>
          <p:cNvPr id="14" name="Arrow 2"/>
          <p:cNvSpPr/>
          <p:nvPr/>
        </p:nvSpPr>
        <p:spPr>
          <a:xfrm>
            <a:off x="4776336" y="359804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5" name="Stage Models"/>
          <p:cNvSpPr/>
          <p:nvPr/>
        </p:nvSpPr>
        <p:spPr>
          <a:xfrm>
            <a:off x="5106336" y="3598040"/>
            <a:ext cx="1948848" cy="1100000"/>
          </a:xfrm>
          <a:prstGeom prst="roundRect">
            <a:avLst/>
          </a:prstGeom>
          <a:solidFill>
            <a:srgbClr val="19E3F5"/>
          </a:solidFill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rial"/>
              </a:rPr>
              <a:t>Models</a:t>
            </a:r>
          </a:p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Score now; NumPy models next</a:t>
            </a:r>
          </a:p>
        </p:txBody>
      </p:sp>
      <p:sp>
        <p:nvSpPr>
          <p:cNvPr id="16" name="Arrow 3"/>
          <p:cNvSpPr/>
          <p:nvPr/>
        </p:nvSpPr>
        <p:spPr>
          <a:xfrm>
            <a:off x="7055184" y="359804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7" name="Stage Output"/>
          <p:cNvSpPr/>
          <p:nvPr/>
        </p:nvSpPr>
        <p:spPr>
          <a:xfrm>
            <a:off x="7385184" y="3598040"/>
            <a:ext cx="1948848" cy="1100000"/>
          </a:xfrm>
          <a:prstGeom prst="roundRect">
            <a:avLst/>
          </a:prstGeom>
          <a:solidFill>
            <a:srgbClr val="19E3F5"/>
          </a:solidFill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rial"/>
              </a:rPr>
              <a:t>Output</a:t>
            </a:r>
          </a:p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Ranked list, map, reasons</a:t>
            </a:r>
          </a:p>
        </p:txBody>
      </p:sp>
      <p:sp>
        <p:nvSpPr>
          <p:cNvPr id="18" name="Arrow 4"/>
          <p:cNvSpPr/>
          <p:nvPr/>
        </p:nvSpPr>
        <p:spPr>
          <a:xfrm>
            <a:off x="9334032" y="359804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9" name="Stage Action"/>
          <p:cNvSpPr/>
          <p:nvPr/>
        </p:nvSpPr>
        <p:spPr>
          <a:xfrm>
            <a:off x="9664032" y="3598040"/>
            <a:ext cx="1948848" cy="1100000"/>
          </a:xfrm>
          <a:prstGeom prst="roundRect">
            <a:avLst/>
          </a:prstGeom>
          <a:solidFill>
            <a:srgbClr val="19E3F5"/>
          </a:solidFill>
          <a:ln>
            <a:noFill/>
          </a:ln>
        </p:spPr>
        <p:txBody>
          <a:bodyPr wrap="square" lIns="72000" tIns="45720" rIns="72000" bIns="45720" rtlCol="0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rial"/>
              </a:rPr>
              <a:t>Action</a:t>
            </a:r>
          </a:p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Send top-N crews, flag data gaps</a:t>
            </a:r>
          </a:p>
        </p:txBody>
      </p:sp>
      <p:sp>
        <p:nvSpPr>
          <p:cNvPr id="20" name="Body 20"/>
          <p:cNvSpPr txBox="1"/>
          <p:nvPr/>
        </p:nvSpPr>
        <p:spPr>
          <a:xfrm>
            <a:off x="548640" y="4898040"/>
            <a:ext cx="11064240" cy="74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0">
                <a:solidFill>
                  <a:srgbClr val="000000"/>
                </a:solidFill>
                <a:latin typeface="Arial"/>
              </a:rPr>
              <a:t>Every ranked location ships with its reasons, a confidence level and a list of missing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FixFirst  ·  Team Xploiters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" name="Heading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>
                <a:solidFill>
                  <a:srgbClr val="000000"/>
                </a:solidFill>
                <a:latin typeface="Arial"/>
              </a:rPr>
              <a:t>❖ </a:t>
            </a:r>
            <a:r>
              <a:rPr lang="en-US"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10" name="Body 10"/>
          <p:cNvSpPr txBox="1"/>
          <p:nvPr/>
        </p:nvSpPr>
        <p:spPr>
          <a:xfrm>
            <a:off x="548640" y="2148840"/>
            <a:ext cx="11064240" cy="316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Feasibility: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all-Python stack (pandas, NumPy, Streamlit, Plotly) on three CSV tables, plus Claude and Gemini APIs; Round 1 prototype is built and running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Risks: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complaints over-represent vocal areas and crew capacity is unseen, so every score shows its reasons, low confidence is flagged, and officials decide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Impact: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fewer repeat hotspots, faster fixes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Limitations: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synthetic data and coordinates; weak patterns (no seasonality, little forecast signal); no traffic counts, budgets or crew capacity in the data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Next steps: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Round 2 adds the trend monitor, trained models, tunable weights and budget what-if; later, test on real city data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References:</a:t>
            </a:r>
            <a:r>
              <a:rPr lang="en-US" sz="1800" b="0">
                <a:solidFill>
                  <a:srgbClr val="000000"/>
                </a:solidFill>
                <a:latin typeface="Arial"/>
              </a:rPr>
              <a:t> DATATHON 2026 Track 3 problem brief and datasets (datathon-xi.vercel.app)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1639</Words>
  <Application>Microsoft Office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FixFirst – DATATHON 2026 Round 1 (Team Xploiters)</dc:title>
  <dc:subject/>
  <dc:creator/>
  <cp:keywords/>
  <dc:description>generated using python-pptx</dc:description>
  <cp:lastModifiedBy>hipi 1600</cp:lastModifiedBy>
  <cp:revision>2</cp:revision>
  <dcterms:created xsi:type="dcterms:W3CDTF">2013-01-27T09:14:16Z</dcterms:created>
  <dcterms:modified xsi:type="dcterms:W3CDTF">2026-10-16T06:46:18Z</dcterms:modified>
  <cp:category/>
</cp:coreProperties>
</file>